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1463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AI INTERVIEW PREPARATION
COACH FOR FRESHERS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46120"/>
            <a:ext cx="960120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300" b="1">
                <a:solidFill>
                  <a:srgbClr val="86DCD3"/>
                </a:solidFill>
                <a:latin typeface="Aptos"/>
              </a:rPr>
              <a:t>VAC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160520"/>
            <a:ext cx="96012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ptos"/>
              </a:rPr>
              <a:t>How can AI simulate realistic interview practice for IT freshers?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806440"/>
            <a:ext cx="9601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Student: [Your name]  |  Course: [Course/Section]  |  Date: [Submission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183053"/>
                </a:solidFill>
                <a:latin typeface="Aptos"/>
              </a:rPr>
              <a:t>Problem &amp;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05840"/>
            <a:ext cx="1234440" cy="54864"/>
          </a:xfrm>
          <a:prstGeom prst="rect">
            <a:avLst/>
          </a:prstGeom>
          <a:solidFill>
            <a:srgbClr val="1F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2F6BB4"/>
                </a:solidFill>
                <a:latin typeface="Aptos"/>
              </a:rPr>
              <a:t>Freshers may struggle to identify role-specific skills, structure answers and practise realistic scenarios.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Design a no-code AI-assisted preparation workflow.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Research three entry-level IT roles.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Practise interviews and receive rubric-based feedback.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Promote verification, honesty and responsible AI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>
                <a:solidFill>
                  <a:srgbClr val="2F6BB4"/>
                </a:solidFill>
                <a:latin typeface="Aptos"/>
              </a:rPr>
              <a:t>AI Interview Preparation Coach for Freshers  •  VAC Capstone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183053"/>
                </a:solidFill>
                <a:latin typeface="Aptos"/>
              </a:rPr>
              <a:t>Three target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05840"/>
            <a:ext cx="1234440" cy="54864"/>
          </a:xfrm>
          <a:prstGeom prst="rect">
            <a:avLst/>
          </a:prstGeom>
          <a:solidFill>
            <a:srgbClr val="1F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2F6BB4"/>
                </a:solidFill>
                <a:latin typeface="Aptos"/>
              </a:rPr>
              <a:t>Research drafts prepared for the following roles: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IT Support / L1 Service Desk — troubleshoot user, device and network issues; document tickets; escalate safely.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Business Analyst — gather requirements, document processes, support stakeholders and UAT.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QA Tester — design/exe­cute test cases, report defects, retest fixes and understand testing fundamentals.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>
                <a:solidFill>
                  <a:srgbClr val="2F6BB4"/>
                </a:solidFill>
                <a:latin typeface="Aptos"/>
              </a:rPr>
              <a:t>AI Interview Preparation Coach for Freshers  •  VAC Capstone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183053"/>
                </a:solidFill>
                <a:latin typeface="Aptos"/>
              </a:rPr>
              <a:t>AI tools &amp;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05840"/>
            <a:ext cx="1234440" cy="54864"/>
          </a:xfrm>
          <a:prstGeom prst="rect">
            <a:avLst/>
          </a:prstGeom>
          <a:solidFill>
            <a:srgbClr val="1F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2F6BB4"/>
                </a:solidFill>
                <a:latin typeface="Aptos"/>
              </a:rPr>
              <a:t>Tools selected for a free-tier, no-code workflow; availability and limits can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t>Perplexity — initial role research and source discovery.</a:t>
            </a:r>
          </a:p>
          <a:p>
            <a:r>
              <a:t>ChatGPT — mock interviews, answer feedback and rubric scoring.</a:t>
            </a:r>
          </a:p>
          <a:p>
            <a:r>
              <a:t>Gemini — optional second-model review; only report as used if actually used.</a:t>
            </a:r>
          </a:p>
          <a:p>
            <a:r>
              <a:t>Canva — one-page interview checklist and visuals.</a:t>
            </a:r>
          </a:p>
          <a:p>
            <a:r>
              <a:t>Spreadsheet tracker — score averages and low/high highlighting using formulas and conditional formatting.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>
                <a:solidFill>
                  <a:srgbClr val="2F6BB4"/>
                </a:solidFill>
                <a:latin typeface="Aptos"/>
              </a:rPr>
              <a:t>AI Interview Preparation Coach for Freshers  •  VAC Capstone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183053"/>
                </a:solidFill>
                <a:latin typeface="Aptos"/>
              </a:rPr>
              <a:t>Workflow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05840"/>
            <a:ext cx="1234440" cy="54864"/>
          </a:xfrm>
          <a:prstGeom prst="rect">
            <a:avLst/>
          </a:prstGeom>
          <a:solidFill>
            <a:srgbClr val="1F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2F6BB4"/>
                </a:solidFill>
                <a:latin typeface="Aptos"/>
              </a:rPr>
              <a:t>A repeatable process from research to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Define role and fresher scope.</a:t>
            </a:r>
          </a:p>
          <a:p>
            <a:pPr>
              <a:spcAft>
                <a:spcPts val="13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Research role descriptions and identify primary sources.</a:t>
            </a:r>
          </a:p>
          <a:p>
            <a:pPr>
              <a:spcAft>
                <a:spcPts val="13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Verify claims and separate sourced facts from generated questions.</a:t>
            </a:r>
          </a:p>
          <a:p>
            <a:pPr>
              <a:spcAft>
                <a:spcPts val="13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Run a one-question-at-a-time mock interview.</a:t>
            </a:r>
          </a:p>
          <a:p>
            <a:pPr>
              <a:spcAft>
                <a:spcPts val="13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Score with a fixed rubric; save answers and feedback.</a:t>
            </a:r>
          </a:p>
          <a:p>
            <a:pPr>
              <a:spcAft>
                <a:spcPts val="13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Create STAR templates, checklist and portfolio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>
                <a:solidFill>
                  <a:srgbClr val="2F6BB4"/>
                </a:solidFill>
                <a:latin typeface="Aptos"/>
              </a:rPr>
              <a:t>AI Interview Preparation Coach for Freshers  •  VAC Capstone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183053"/>
                </a:solidFill>
                <a:latin typeface="Aptos"/>
              </a:rPr>
              <a:t>Prompt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05840"/>
            <a:ext cx="1234440" cy="54864"/>
          </a:xfrm>
          <a:prstGeom prst="rect">
            <a:avLst/>
          </a:prstGeom>
          <a:solidFill>
            <a:srgbClr val="1F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2F6BB4"/>
                </a:solidFill>
                <a:latin typeface="Aptos"/>
              </a:rPr>
              <a:t>A strong prompt defines role, audience, scope, output and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Specify: India-based fresher and target role.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Require direct source URLs, dates and limitations in research.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Ask AI to distinguish verified requirements from suggested questions.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Interview prompt: one question at a time; no model answer before response.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Use fixed rubric: relevance 25, accuracy 25, clarity 20, reasoning 15, structure 15.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>
                <a:solidFill>
                  <a:srgbClr val="2F6BB4"/>
                </a:solidFill>
                <a:latin typeface="Aptos"/>
              </a:rPr>
              <a:t>AI Interview Preparation Coach for Freshers  •  VAC Capstone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183053"/>
                </a:solidFill>
                <a:latin typeface="Aptos"/>
              </a:rPr>
              <a:t>Baseline evidence: IT Support HR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05840"/>
            <a:ext cx="1234440" cy="54864"/>
          </a:xfrm>
          <a:prstGeom prst="rect">
            <a:avLst/>
          </a:prstGeom>
          <a:solidFill>
            <a:srgbClr val="1F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2F6BB4"/>
                </a:solidFill>
                <a:latin typeface="Aptos"/>
              </a:rPr>
              <a:t>Five answers completed in the first HR round. Scores are AI-generated coaching estimates.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t>Q1 Tell me about yourself — 69/100.</a:t>
            </a:r>
          </a:p>
          <a:p>
            <a:r>
              <a:t>Q2 Why IT Support? — 94/100.</a:t>
            </a:r>
          </a:p>
          <a:p>
            <a:r>
              <a:t>Q3 Strengths — 92/100.</a:t>
            </a:r>
          </a:p>
          <a:p>
            <a:r>
              <a:t>Q4 Frustrated user scenario — 61/100.</a:t>
            </a:r>
          </a:p>
          <a:p>
            <a:r>
              <a:t>Q5 First solution fails — 67/100.</a:t>
            </a:r>
          </a:p>
          <a:p>
            <a:r>
              <a:t>Mean: 76.6/100. Third ChatGPT mock: 96, 98, 98, 97, 98 (mean 97.4/100). Indicative difference: +20.8 points. Different questions/rounds; subjective AI estimates, not a controlled test or hiring predictor.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>
                <a:solidFill>
                  <a:srgbClr val="2F6BB4"/>
                </a:solidFill>
                <a:latin typeface="Aptos"/>
              </a:rPr>
              <a:t>AI Interview Preparation Coach for Freshers  •  VAC Capstone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183053"/>
                </a:solidFill>
                <a:latin typeface="Aptos"/>
              </a:rPr>
              <a:t>Verification &amp; error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05840"/>
            <a:ext cx="1234440" cy="54864"/>
          </a:xfrm>
          <a:prstGeom prst="rect">
            <a:avLst/>
          </a:prstGeom>
          <a:solidFill>
            <a:srgbClr val="1F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2F6BB4"/>
                </a:solidFill>
                <a:latin typeface="Aptos"/>
              </a:rPr>
              <a:t>Research reports are AI-assisted drafts; a listed URL is not automatically verified.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t>Prioritise official employer pages and standards bodies.</a:t>
            </a:r>
          </a:p>
          <a:p>
            <a:r>
              <a:t>Mark inaccessible or unchecked sources as not verified.</a:t>
            </a:r>
          </a:p>
          <a:p>
            <a:r>
              <a:t>Do not attribute generated practice questions to named companies.</a:t>
            </a:r>
          </a:p>
          <a:p>
            <a:r>
              <a:t>Check publication dates, seniority requirements and claims about free courses.</a:t>
            </a:r>
          </a:p>
          <a:p>
            <a:r>
              <a:t>Third ChatGPT mock recorded: 97.4/100 mean; compare cautiously because questions differed. Gemini's 99.8/100 is a separate evaluation, not combined.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>
                <a:solidFill>
                  <a:srgbClr val="2F6BB4"/>
                </a:solidFill>
                <a:latin typeface="Aptos"/>
              </a:rPr>
              <a:t>AI Interview Preparation Coach for Freshers  •  VAC Capstone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183053"/>
                </a:solidFill>
                <a:latin typeface="Aptos"/>
              </a:rPr>
              <a:t>Responsible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05840"/>
            <a:ext cx="1234440" cy="54864"/>
          </a:xfrm>
          <a:prstGeom prst="rect">
            <a:avLst/>
          </a:prstGeom>
          <a:solidFill>
            <a:srgbClr val="1F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2F6BB4"/>
                </a:solidFill>
                <a:latin typeface="Aptos"/>
              </a:rPr>
              <a:t>Use AI to practise and improve—not to fabricate credentials or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Protect personal, confidential and third-party information.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Verify technical claims against reliable primary sources.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Disclose AI assistance according to course rules.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Use licensed visuals and respect copyright.</a:t>
            </a:r>
          </a:p>
          <a:p>
            <a:pPr>
              <a:spcAft>
                <a:spcPts val="1300"/>
              </a:spcAft>
              <a:defRPr sz="2000">
                <a:solidFill>
                  <a:srgbClr val="28303A"/>
                </a:solidFill>
                <a:latin typeface="Aptos"/>
              </a:defRPr>
            </a:pPr>
            <a:r>
              <a:t>Treat AI scores as subjective feedback; human judgement remains important.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>
                <a:solidFill>
                  <a:srgbClr val="2F6BB4"/>
                </a:solidFill>
                <a:latin typeface="Aptos"/>
              </a:rPr>
              <a:t>AI Interview Preparation Coach for Freshers  •  VAC Capstone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183053"/>
                </a:solidFill>
                <a:latin typeface="Aptos"/>
              </a:rPr>
              <a:t>Conclusion &amp; 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05840"/>
            <a:ext cx="1234440" cy="54864"/>
          </a:xfrm>
          <a:prstGeom prst="rect">
            <a:avLst/>
          </a:prstGeom>
          <a:solidFill>
            <a:srgbClr val="1F8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170432"/>
            <a:ext cx="1078992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2F6BB4"/>
                </a:solidFill>
                <a:latin typeface="Aptos"/>
              </a:rPr>
              <a:t>The workflow connects research, prompt design, interview practice, evaluation and reflection.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607040" cy="4480560"/>
          </a:xfrm>
          <a:prstGeom prst="rect">
            <a:avLst/>
          </a:prstGeom>
          <a:noFill/>
        </p:spPr>
        <p:txBody>
          <a:bodyPr wrap="square" lIns="109728" rIns="73152">
            <a:spAutoFit/>
          </a:bodyPr>
          <a:lstStyle/>
          <a:p>
            <a:r>
              <a:t>Research drafts exist for IT Support, Business Analyst and QA Tester.</a:t>
            </a:r>
          </a:p>
          <a:p>
            <a:r>
              <a:t>First ChatGPT HR mock: 76.6/100; third IT Support scenario mock: 97.4/100; separate Gemini evaluation: 99.8/100.</a:t>
            </a:r>
          </a:p>
          <a:p>
            <a:r>
              <a:t>Research verification log updated. Spreadsheet tracker includes formula-based averages and score highlighting. Remaining evidence: genuine screenshots, personalised STAR examples and live multimodal demo.</a:t>
            </a:r>
          </a:p>
          <a:p>
            <a:r>
              <a:t>Demo idea: show the interview prompt, score sheet, source log and checklist.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78992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00" b="0">
                <a:solidFill>
                  <a:srgbClr val="2F6BB4"/>
                </a:solidFill>
                <a:latin typeface="Aptos"/>
              </a:rPr>
              <a:t>AI Interview Preparation Coach for Freshers  •  VAC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